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_rels/slide1.xml.rels" ContentType="application/vnd.openxmlformats-package.relationship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 standalone="yes"?>
<p:presentation xmlns:p="http://schemas.openxmlformats.org/presentationml/2006/main">
  <p:sldSz cx="9144000" cy="6858000"/>
  <p:sldIdLst><p:sldId id="256" r:id="rId1"/>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_rels/slide1.xml.rels><?xml version="1.0" encoding="UTF-8" standalone="yes"?>
<Relationships xmlns="http://schemas.openxmlformats.org/package/2006/relationships"></Relationships>
</file>

<file path=ppt/slides/slide1.xml><?xml version="1.0" encoding="UTF-8" standalone="yes"?>
<p:sld xmlns:p="http://schemas.openxmlformats.org/presentationml/2006/main">
  <p:cSld><p:spTree><p:nvGrpSpPr/><p:spPr/><p:txBody><a:p><a:r><a:t>Sample slide</a:t></a:r></a:p></p:txBody></p:spTree></p:cSld>
</p:sld>
</file>